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0200"/>
    <a:srgbClr val="3B010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/>
          <p:nvPr/>
        </p:nvPicPr>
        <p:blipFill>
          <a:blip r:embed="rId1"/>
          <a:srcRect t="2457" b="80886"/>
          <a:stretch>
            <a:fillRect/>
          </a:stretch>
        </p:blipFill>
        <p:spPr>
          <a:xfrm>
            <a:off x="0" y="0"/>
            <a:ext cx="12192000" cy="159702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402715" y="847090"/>
            <a:ext cx="9547225" cy="5189855"/>
            <a:chOff x="0" y="363"/>
            <a:chExt cx="19198" cy="10436"/>
          </a:xfrm>
        </p:grpSpPr>
        <p:pic>
          <p:nvPicPr>
            <p:cNvPr id="4" name="图片 3"/>
            <p:cNvPicPr/>
            <p:nvPr/>
          </p:nvPicPr>
          <p:blipFill>
            <a:blip r:embed="rId1"/>
            <a:srcRect t="30665"/>
            <a:stretch>
              <a:fillRect/>
            </a:stretch>
          </p:blipFill>
          <p:spPr>
            <a:xfrm>
              <a:off x="0" y="1871"/>
              <a:ext cx="19199" cy="8929"/>
            </a:xfrm>
            <a:prstGeom prst="rect">
              <a:avLst/>
            </a:prstGeom>
          </p:spPr>
        </p:pic>
        <p:pic>
          <p:nvPicPr>
            <p:cNvPr id="5" name="图片 4"/>
            <p:cNvPicPr/>
            <p:nvPr/>
          </p:nvPicPr>
          <p:blipFill>
            <a:blip r:embed="rId1"/>
            <a:srcRect l="19631" t="19289" r="71993" b="57509"/>
            <a:stretch>
              <a:fillRect/>
            </a:stretch>
          </p:blipFill>
          <p:spPr>
            <a:xfrm>
              <a:off x="3705" y="474"/>
              <a:ext cx="1608" cy="2988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/>
          </p:nvPicPr>
          <p:blipFill>
            <a:blip r:embed="rId1"/>
            <a:srcRect l="71478" t="18171" r="19491" b="57765"/>
            <a:stretch>
              <a:fillRect/>
            </a:stretch>
          </p:blipFill>
          <p:spPr>
            <a:xfrm>
              <a:off x="13719" y="363"/>
              <a:ext cx="1734" cy="3099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0" y="5791200"/>
            <a:ext cx="2407920" cy="1066800"/>
          </a:xfrm>
          <a:prstGeom prst="rect">
            <a:avLst/>
          </a:prstGeom>
          <a:solidFill>
            <a:srgbClr val="3B01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Cost 331</a:t>
            </a:r>
            <a:endParaRPr lang="en-US" altLang="zh-CN" sz="3200"/>
          </a:p>
        </p:txBody>
      </p:sp>
      <p:grpSp>
        <p:nvGrpSpPr>
          <p:cNvPr id="12" name="组合 11"/>
          <p:cNvGrpSpPr/>
          <p:nvPr/>
        </p:nvGrpSpPr>
        <p:grpSpPr>
          <a:xfrm>
            <a:off x="2453640" y="5900420"/>
            <a:ext cx="1101725" cy="957580"/>
            <a:chOff x="3792" y="9292"/>
            <a:chExt cx="1735" cy="1508"/>
          </a:xfrm>
        </p:grpSpPr>
        <p:pic>
          <p:nvPicPr>
            <p:cNvPr id="10" name="图片 9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80790" y="5900420"/>
            <a:ext cx="1101725" cy="957580"/>
            <a:chOff x="3792" y="9292"/>
            <a:chExt cx="1735" cy="1508"/>
          </a:xfrm>
        </p:grpSpPr>
        <p:pic>
          <p:nvPicPr>
            <p:cNvPr id="14" name="图片 13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107940" y="5900420"/>
            <a:ext cx="1101725" cy="957580"/>
            <a:chOff x="3792" y="9292"/>
            <a:chExt cx="1735" cy="1508"/>
          </a:xfrm>
        </p:grpSpPr>
        <p:pic>
          <p:nvPicPr>
            <p:cNvPr id="17" name="图片 16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35090" y="5900420"/>
            <a:ext cx="1101725" cy="957580"/>
            <a:chOff x="3792" y="9292"/>
            <a:chExt cx="1735" cy="1508"/>
          </a:xfrm>
        </p:grpSpPr>
        <p:pic>
          <p:nvPicPr>
            <p:cNvPr id="20" name="图片 19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762240" y="5900420"/>
            <a:ext cx="1101725" cy="957580"/>
            <a:chOff x="3792" y="9292"/>
            <a:chExt cx="1735" cy="1508"/>
          </a:xfrm>
        </p:grpSpPr>
        <p:pic>
          <p:nvPicPr>
            <p:cNvPr id="23" name="图片 22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24" name="矩形 23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1017250" y="132080"/>
            <a:ext cx="978535" cy="42481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9848850" y="5791200"/>
            <a:ext cx="2342515" cy="10185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开始</a:t>
            </a:r>
            <a:endParaRPr lang="zh-CN" altLang="en-US" sz="3200"/>
          </a:p>
        </p:txBody>
      </p:sp>
      <p:sp>
        <p:nvSpPr>
          <p:cNvPr id="9" name="圆角矩形 8"/>
          <p:cNvSpPr/>
          <p:nvPr/>
        </p:nvSpPr>
        <p:spPr>
          <a:xfrm>
            <a:off x="11337925" y="5358130"/>
            <a:ext cx="854075" cy="37147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重置</a:t>
            </a:r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10412095" y="5358130"/>
            <a:ext cx="854075" cy="37147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清空</a:t>
            </a:r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9972040" y="132080"/>
            <a:ext cx="978535" cy="42481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提示</a:t>
            </a:r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8926830" y="132080"/>
            <a:ext cx="978535" cy="42481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倍速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/>
          <p:nvPr/>
        </p:nvPicPr>
        <p:blipFill>
          <a:blip r:embed="rId1"/>
          <a:srcRect t="2457" b="80886"/>
          <a:stretch>
            <a:fillRect/>
          </a:stretch>
        </p:blipFill>
        <p:spPr>
          <a:xfrm>
            <a:off x="0" y="0"/>
            <a:ext cx="12192000" cy="159702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402715" y="847090"/>
            <a:ext cx="9547225" cy="5189855"/>
            <a:chOff x="0" y="363"/>
            <a:chExt cx="19198" cy="10436"/>
          </a:xfrm>
        </p:grpSpPr>
        <p:pic>
          <p:nvPicPr>
            <p:cNvPr id="4" name="图片 3"/>
            <p:cNvPicPr/>
            <p:nvPr/>
          </p:nvPicPr>
          <p:blipFill>
            <a:blip r:embed="rId1"/>
            <a:srcRect t="30665"/>
            <a:stretch>
              <a:fillRect/>
            </a:stretch>
          </p:blipFill>
          <p:spPr>
            <a:xfrm>
              <a:off x="0" y="1871"/>
              <a:ext cx="19199" cy="8929"/>
            </a:xfrm>
            <a:prstGeom prst="rect">
              <a:avLst/>
            </a:prstGeom>
          </p:spPr>
        </p:pic>
        <p:pic>
          <p:nvPicPr>
            <p:cNvPr id="5" name="图片 4"/>
            <p:cNvPicPr/>
            <p:nvPr/>
          </p:nvPicPr>
          <p:blipFill>
            <a:blip r:embed="rId1"/>
            <a:srcRect l="19631" t="19289" r="71993" b="57509"/>
            <a:stretch>
              <a:fillRect/>
            </a:stretch>
          </p:blipFill>
          <p:spPr>
            <a:xfrm>
              <a:off x="3705" y="474"/>
              <a:ext cx="1608" cy="2988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/>
          </p:nvPicPr>
          <p:blipFill>
            <a:blip r:embed="rId1"/>
            <a:srcRect l="71478" t="18171" r="19491" b="57765"/>
            <a:stretch>
              <a:fillRect/>
            </a:stretch>
          </p:blipFill>
          <p:spPr>
            <a:xfrm>
              <a:off x="13719" y="363"/>
              <a:ext cx="1734" cy="3099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0" y="5791200"/>
            <a:ext cx="2407920" cy="1066800"/>
          </a:xfrm>
          <a:prstGeom prst="rect">
            <a:avLst/>
          </a:prstGeom>
          <a:solidFill>
            <a:srgbClr val="3B01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Cost 331</a:t>
            </a:r>
            <a:endParaRPr lang="en-US" altLang="zh-CN" sz="3200"/>
          </a:p>
        </p:txBody>
      </p:sp>
      <p:grpSp>
        <p:nvGrpSpPr>
          <p:cNvPr id="12" name="组合 11"/>
          <p:cNvGrpSpPr/>
          <p:nvPr/>
        </p:nvGrpSpPr>
        <p:grpSpPr>
          <a:xfrm>
            <a:off x="2453640" y="5900420"/>
            <a:ext cx="1101725" cy="957580"/>
            <a:chOff x="3792" y="9292"/>
            <a:chExt cx="1735" cy="1508"/>
          </a:xfrm>
        </p:grpSpPr>
        <p:pic>
          <p:nvPicPr>
            <p:cNvPr id="10" name="图片 9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80790" y="5900420"/>
            <a:ext cx="1101725" cy="957580"/>
            <a:chOff x="3792" y="9292"/>
            <a:chExt cx="1735" cy="1508"/>
          </a:xfrm>
        </p:grpSpPr>
        <p:pic>
          <p:nvPicPr>
            <p:cNvPr id="14" name="图片 13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107940" y="5900420"/>
            <a:ext cx="1101725" cy="957580"/>
            <a:chOff x="3792" y="9292"/>
            <a:chExt cx="1735" cy="1508"/>
          </a:xfrm>
        </p:grpSpPr>
        <p:pic>
          <p:nvPicPr>
            <p:cNvPr id="17" name="图片 16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35090" y="5900420"/>
            <a:ext cx="1101725" cy="957580"/>
            <a:chOff x="3792" y="9292"/>
            <a:chExt cx="1735" cy="1508"/>
          </a:xfrm>
        </p:grpSpPr>
        <p:pic>
          <p:nvPicPr>
            <p:cNvPr id="20" name="图片 19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762240" y="5900420"/>
            <a:ext cx="1101725" cy="957580"/>
            <a:chOff x="3792" y="9292"/>
            <a:chExt cx="1735" cy="1508"/>
          </a:xfrm>
        </p:grpSpPr>
        <p:pic>
          <p:nvPicPr>
            <p:cNvPr id="23" name="图片 22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24" name="矩形 23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pic>
        <p:nvPicPr>
          <p:cNvPr id="2" name="图片 1" descr="exec-0bf8f431-dd2b-4504-8f75-76f90024e3ae"/>
          <p:cNvPicPr>
            <a:picLocks noChangeAspect="1"/>
          </p:cNvPicPr>
          <p:nvPr/>
        </p:nvPicPr>
        <p:blipFill>
          <a:blip r:embed="rId3"/>
          <a:srcRect l="21181" b="19063"/>
          <a:stretch>
            <a:fillRect/>
          </a:stretch>
        </p:blipFill>
        <p:spPr>
          <a:xfrm>
            <a:off x="0" y="1034415"/>
            <a:ext cx="3780790" cy="582358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2144395" y="4739005"/>
            <a:ext cx="9867900" cy="1715135"/>
          </a:xfrm>
          <a:prstGeom prst="roundRect">
            <a:avLst/>
          </a:prstGeom>
          <a:solidFill>
            <a:srgbClr val="4802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文本文本文本文本文本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文本文本文本文本文本</a:t>
            </a:r>
            <a:endParaRPr lang="zh-CN" altLang="en-US"/>
          </a:p>
          <a:p>
            <a:pPr algn="l"/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文本文本文本文本文本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91995" y="4538345"/>
            <a:ext cx="2514600" cy="428625"/>
          </a:xfrm>
          <a:prstGeom prst="rect">
            <a:avLst/>
          </a:prstGeom>
          <a:solidFill>
            <a:srgbClr val="3B0100"/>
          </a:solidFill>
          <a:ln>
            <a:solidFill>
              <a:srgbClr val="4802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角色</a:t>
            </a:r>
            <a:r>
              <a:rPr lang="zh-CN" altLang="en-US"/>
              <a:t>名称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/>
          <p:nvPr/>
        </p:nvPicPr>
        <p:blipFill>
          <a:blip r:embed="rId1"/>
          <a:srcRect t="2457" b="80886"/>
          <a:stretch>
            <a:fillRect/>
          </a:stretch>
        </p:blipFill>
        <p:spPr>
          <a:xfrm>
            <a:off x="0" y="0"/>
            <a:ext cx="12192000" cy="159702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402715" y="847090"/>
            <a:ext cx="9547225" cy="5189855"/>
            <a:chOff x="0" y="363"/>
            <a:chExt cx="19198" cy="10436"/>
          </a:xfrm>
        </p:grpSpPr>
        <p:pic>
          <p:nvPicPr>
            <p:cNvPr id="4" name="图片 3"/>
            <p:cNvPicPr/>
            <p:nvPr/>
          </p:nvPicPr>
          <p:blipFill>
            <a:blip r:embed="rId1"/>
            <a:srcRect t="30665"/>
            <a:stretch>
              <a:fillRect/>
            </a:stretch>
          </p:blipFill>
          <p:spPr>
            <a:xfrm>
              <a:off x="0" y="1871"/>
              <a:ext cx="19199" cy="8929"/>
            </a:xfrm>
            <a:prstGeom prst="rect">
              <a:avLst/>
            </a:prstGeom>
          </p:spPr>
        </p:pic>
        <p:pic>
          <p:nvPicPr>
            <p:cNvPr id="5" name="图片 4"/>
            <p:cNvPicPr/>
            <p:nvPr/>
          </p:nvPicPr>
          <p:blipFill>
            <a:blip r:embed="rId1"/>
            <a:srcRect l="19631" t="19289" r="71993" b="57509"/>
            <a:stretch>
              <a:fillRect/>
            </a:stretch>
          </p:blipFill>
          <p:spPr>
            <a:xfrm>
              <a:off x="3705" y="474"/>
              <a:ext cx="1608" cy="2988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/>
          </p:nvPicPr>
          <p:blipFill>
            <a:blip r:embed="rId1"/>
            <a:srcRect l="71478" t="18171" r="19491" b="57765"/>
            <a:stretch>
              <a:fillRect/>
            </a:stretch>
          </p:blipFill>
          <p:spPr>
            <a:xfrm>
              <a:off x="13719" y="363"/>
              <a:ext cx="1734" cy="3099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0" y="5791200"/>
            <a:ext cx="2407920" cy="1066800"/>
          </a:xfrm>
          <a:prstGeom prst="rect">
            <a:avLst/>
          </a:prstGeom>
          <a:solidFill>
            <a:srgbClr val="3B01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Cost 331</a:t>
            </a:r>
            <a:endParaRPr lang="en-US" altLang="zh-CN" sz="3200"/>
          </a:p>
        </p:txBody>
      </p:sp>
      <p:grpSp>
        <p:nvGrpSpPr>
          <p:cNvPr id="12" name="组合 11"/>
          <p:cNvGrpSpPr/>
          <p:nvPr/>
        </p:nvGrpSpPr>
        <p:grpSpPr>
          <a:xfrm>
            <a:off x="2453640" y="5900420"/>
            <a:ext cx="1101725" cy="957580"/>
            <a:chOff x="3792" y="9292"/>
            <a:chExt cx="1735" cy="1508"/>
          </a:xfrm>
        </p:grpSpPr>
        <p:pic>
          <p:nvPicPr>
            <p:cNvPr id="10" name="图片 9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80790" y="5900420"/>
            <a:ext cx="1101725" cy="957580"/>
            <a:chOff x="3792" y="9292"/>
            <a:chExt cx="1735" cy="1508"/>
          </a:xfrm>
        </p:grpSpPr>
        <p:pic>
          <p:nvPicPr>
            <p:cNvPr id="14" name="图片 13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107940" y="5900420"/>
            <a:ext cx="1101725" cy="957580"/>
            <a:chOff x="3792" y="9292"/>
            <a:chExt cx="1735" cy="1508"/>
          </a:xfrm>
        </p:grpSpPr>
        <p:pic>
          <p:nvPicPr>
            <p:cNvPr id="17" name="图片 16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35090" y="5900420"/>
            <a:ext cx="1101725" cy="957580"/>
            <a:chOff x="3792" y="9292"/>
            <a:chExt cx="1735" cy="1508"/>
          </a:xfrm>
        </p:grpSpPr>
        <p:pic>
          <p:nvPicPr>
            <p:cNvPr id="20" name="图片 19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762240" y="5900420"/>
            <a:ext cx="1101725" cy="957580"/>
            <a:chOff x="3792" y="9292"/>
            <a:chExt cx="1735" cy="1508"/>
          </a:xfrm>
        </p:grpSpPr>
        <p:pic>
          <p:nvPicPr>
            <p:cNvPr id="23" name="图片 22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24" name="矩形 23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7970520" y="10795"/>
            <a:ext cx="4221480" cy="684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/>
          <p:nvPr/>
        </p:nvPicPr>
        <p:blipFill>
          <a:blip r:embed="rId1"/>
          <a:srcRect t="2457" b="80886"/>
          <a:stretch>
            <a:fillRect/>
          </a:stretch>
        </p:blipFill>
        <p:spPr>
          <a:xfrm>
            <a:off x="0" y="0"/>
            <a:ext cx="12192000" cy="159702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402715" y="847090"/>
            <a:ext cx="9547225" cy="5189855"/>
            <a:chOff x="0" y="363"/>
            <a:chExt cx="19198" cy="10436"/>
          </a:xfrm>
        </p:grpSpPr>
        <p:pic>
          <p:nvPicPr>
            <p:cNvPr id="4" name="图片 3"/>
            <p:cNvPicPr/>
            <p:nvPr/>
          </p:nvPicPr>
          <p:blipFill>
            <a:blip r:embed="rId1"/>
            <a:srcRect t="30665"/>
            <a:stretch>
              <a:fillRect/>
            </a:stretch>
          </p:blipFill>
          <p:spPr>
            <a:xfrm>
              <a:off x="0" y="1871"/>
              <a:ext cx="19199" cy="8929"/>
            </a:xfrm>
            <a:prstGeom prst="rect">
              <a:avLst/>
            </a:prstGeom>
          </p:spPr>
        </p:pic>
        <p:pic>
          <p:nvPicPr>
            <p:cNvPr id="5" name="图片 4"/>
            <p:cNvPicPr/>
            <p:nvPr/>
          </p:nvPicPr>
          <p:blipFill>
            <a:blip r:embed="rId1"/>
            <a:srcRect l="19631" t="19289" r="71993" b="57509"/>
            <a:stretch>
              <a:fillRect/>
            </a:stretch>
          </p:blipFill>
          <p:spPr>
            <a:xfrm>
              <a:off x="3705" y="474"/>
              <a:ext cx="1608" cy="2988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/>
          </p:nvPicPr>
          <p:blipFill>
            <a:blip r:embed="rId1"/>
            <a:srcRect l="71478" t="18171" r="19491" b="57765"/>
            <a:stretch>
              <a:fillRect/>
            </a:stretch>
          </p:blipFill>
          <p:spPr>
            <a:xfrm>
              <a:off x="13719" y="363"/>
              <a:ext cx="1734" cy="3099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0" y="5791200"/>
            <a:ext cx="2407920" cy="1066800"/>
          </a:xfrm>
          <a:prstGeom prst="rect">
            <a:avLst/>
          </a:prstGeom>
          <a:solidFill>
            <a:srgbClr val="3B01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Cost 331</a:t>
            </a:r>
            <a:endParaRPr lang="en-US" altLang="zh-CN" sz="3200"/>
          </a:p>
        </p:txBody>
      </p:sp>
      <p:grpSp>
        <p:nvGrpSpPr>
          <p:cNvPr id="12" name="组合 11"/>
          <p:cNvGrpSpPr/>
          <p:nvPr/>
        </p:nvGrpSpPr>
        <p:grpSpPr>
          <a:xfrm>
            <a:off x="2453640" y="5900420"/>
            <a:ext cx="1101725" cy="957580"/>
            <a:chOff x="3792" y="9292"/>
            <a:chExt cx="1735" cy="1508"/>
          </a:xfrm>
        </p:grpSpPr>
        <p:pic>
          <p:nvPicPr>
            <p:cNvPr id="10" name="图片 9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80790" y="5900420"/>
            <a:ext cx="1101725" cy="957580"/>
            <a:chOff x="3792" y="9292"/>
            <a:chExt cx="1735" cy="1508"/>
          </a:xfrm>
        </p:grpSpPr>
        <p:pic>
          <p:nvPicPr>
            <p:cNvPr id="14" name="图片 13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107940" y="5900420"/>
            <a:ext cx="1101725" cy="957580"/>
            <a:chOff x="3792" y="9292"/>
            <a:chExt cx="1735" cy="1508"/>
          </a:xfrm>
        </p:grpSpPr>
        <p:pic>
          <p:nvPicPr>
            <p:cNvPr id="17" name="图片 16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35090" y="5900420"/>
            <a:ext cx="1101725" cy="957580"/>
            <a:chOff x="3792" y="9292"/>
            <a:chExt cx="1735" cy="1508"/>
          </a:xfrm>
        </p:grpSpPr>
        <p:pic>
          <p:nvPicPr>
            <p:cNvPr id="20" name="图片 19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762240" y="5900420"/>
            <a:ext cx="1101725" cy="957580"/>
            <a:chOff x="3792" y="9292"/>
            <a:chExt cx="1735" cy="1508"/>
          </a:xfrm>
        </p:grpSpPr>
        <p:pic>
          <p:nvPicPr>
            <p:cNvPr id="23" name="图片 22"/>
            <p:cNvPicPr/>
            <p:nvPr/>
          </p:nvPicPr>
          <p:blipFill>
            <a:blip r:embed="rId2"/>
            <a:srcRect r="78559" b="86283"/>
            <a:stretch>
              <a:fillRect/>
            </a:stretch>
          </p:blipFill>
          <p:spPr>
            <a:xfrm>
              <a:off x="3792" y="9292"/>
              <a:ext cx="1453" cy="1508"/>
            </a:xfrm>
            <a:prstGeom prst="rect">
              <a:avLst/>
            </a:prstGeom>
          </p:spPr>
        </p:pic>
        <p:sp>
          <p:nvSpPr>
            <p:cNvPr id="24" name="矩形 23"/>
            <p:cNvSpPr/>
            <p:nvPr/>
          </p:nvSpPr>
          <p:spPr>
            <a:xfrm>
              <a:off x="4627" y="10404"/>
              <a:ext cx="900" cy="3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3C</a:t>
              </a:r>
              <a:endParaRPr lang="en-US" altLang="zh-CN"/>
            </a:p>
          </p:txBody>
        </p:sp>
      </p:grp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89535" y="0"/>
            <a:ext cx="4221480" cy="684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WPS 演示</Application>
  <PresentationFormat>宽屏</PresentationFormat>
  <Paragraphs>66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原木</cp:lastModifiedBy>
  <cp:revision>159</cp:revision>
  <dcterms:created xsi:type="dcterms:W3CDTF">2019-06-19T02:08:00Z</dcterms:created>
  <dcterms:modified xsi:type="dcterms:W3CDTF">2026-10-05T16:02:39Z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97EC509A67454D89BC6ABD0F7AA50E97_11</vt:lpwstr>
  </property>
</Properties>
</file>